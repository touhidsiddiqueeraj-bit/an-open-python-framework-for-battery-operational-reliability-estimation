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An Open Python Framework for</a:t>
            </a:r>
            <a:br/>
            <a:r>
              <a:t>Battery Operational Reliability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0A5FA"/>
                </a:solidFill>
                <a:latin typeface="Calibri"/>
              </a:defRPr>
            </a:pPr>
            <a:r>
              <a:t>With Quantitative Minimum-Data Guidelines from a Synthetic Scaling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Team Dynamic  •  June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2–50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Synthetic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AUC at N=8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Real-data AUC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Code bugs fixed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Grid batteries face a critical decision: accept or reject each service request.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✅ Say yes when healthy → earn revenue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yes when failing → blackout, penalties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no when fine → lost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Shikdar &amp; Laaksonen (2026) built an ML framework to predict failure probability across 10–50 cycle horizons.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Reported AUC = 0.944 on 37 batteries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Failure rate reduction: 10.3% → 2.95%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Can we reproduce this with the 4-cell NASA dataset?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Reproducibility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Data layer: NASALoader parses .mat files → normalized DataFrame with SOH, voltage, current, temperature features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Model layer: XGBoost multi-output classifier per horizon, isotonic calibration on held-out validation fold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Dispatch layer: Threshold policies, continuous derating, Monte Carlo market simulator (AR(1) price model)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Evaluation: Leave-one-battery-out CV, AUC/Brier/ECE metrics, per-fold variance reporting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Run with:  python run_all.py --quick  (completes in &lt; 10 seconds)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The NASA 4-Cell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SOH=0.699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SOH=0.572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SOH=0.744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132 cycles, min SOH=0.729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Key limitation: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Only 64 cycles fall below the EOL threshold (SOH &lt; 0.70)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62 of those come from a single cell (B0006)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Leave-battery-out CV: train on 3 cells, test on 1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Most folds have zero positive samples → AUC cannot be computed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Results: Near-Random Discrimination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Raw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Calibrated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Per-fold (mean±std)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Macro avg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7171"/>
                </a:solidFill>
                <a:latin typeface="Calibri"/>
              </a:defRPr>
            </a:pPr>
            <a:r>
              <a:t>Random guessing = AUC 0.50. The raw model produces near-constant predictions (no rank variation). Isotonic regression preserves rank order — with no rank order to preserve, AUC is undefined and conventionally reported as 0.5.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Original paper achieved AUC 0.944 on 37 batteries — the framework needs substantial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Synthetic Scaling Study: AUC vs Dataset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For N in {2, 3, 5, 8, 12, 20, 30, 50} with 3 Monte Carlo seeds each: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N cells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Mean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±1 Std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Marginal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Calibri"/>
              </a:defRPr>
            </a:pPr>
            <a:r>
              <a:t>Diminishing returns beyond N=8–12. Real-world data will need more (est. 15–25 for AUC &gt; 0.95).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Per-horizon breakdown (representative seed):  N=3 → H=10:0.88, H=20:0.89, H=30:0.91, H=50:0.92 — all horizons improve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Diversity caveat: Synthetic data maximizes cell diversity. Real batteries share chemistry/manufacturer — correlated degradation reduces effective diversity.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Variance note: N ≤ 3 estimates based on 2–3 CV folds, interpret cautiously.  |  Comput. cost: full scaling ~2–3 h, NASA real-data &lt; 10 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Three Hidden Bugs We Found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1: Calibration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Original code fit the isotonic calibrator on test data — then evaluated on that same data. This inflated AUC from 0.46 to an apparent 0.74. Fix: fit on a held-out validation fold.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2: Energy Unit Confusion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Revenue = energy (kWh) × price ($/MWh) — without dividing by 1000, revenue was overstated by 1000× ($3,780 vs $3.78).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3: Inconsistent Baseline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8348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Baseline failure rate used label density across all horizons; model rows used conditional dispatch-based metric. These are incomparable.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Ablation Study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Failure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Always dispatch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Raw hazard 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Probability calibration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Composite failure labels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7171"/>
                </a:solidFill>
                <a:latin typeface="Calibri"/>
              </a:defRPr>
            </a:pPr>
            <a:r>
              <a:t>Composite labels increase the failure rate — the NASA dataset lacks resistance measurements,</a:t>
            </a:r>
            <a:br/>
            <a:r>
              <a:t>so composite labels add noise without predictive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First quantitative scaling curve for battery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AUC vs N: N ≤ 5 = insufficient, 5 &lt; N &lt; 12 = marginal, N ≥ 12 = reliable. Real data estimated at 15–25+ for AUC &gt; 0.95.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Open-source framework with correct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Three bugs documented and fixed: calibration leakage (+0.28 AUC), energy unit error (1000×), inconsistent baselines. All code public.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Honest real-data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On 4 NASA cells, AUC = 0.46 — confirming the framework needs more data than one public benchmark. Anyone can reproduce.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Python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Modular — data, models, dispatch, evaluation layers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Correct calibration — fit on validation fold, not test set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Unit-aware economics — correct kWh ↔ $/MWh conversion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Consistent metrics — same dispatch-based metric for all ablation rows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Scaling experiment — --expt scaling runs N=2..50 Monte Carlo study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Synthetic data fallback — pipeline runs without external files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Full configuration — single config.yaml controls everything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Code: github.com/teamdynamic/battery-reliability-extension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DOI: 10.5281/zenodo.20532600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7171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Only 4 cells, all 18,650 format under lab conditions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No deep learning (LSTM, TCN, Transformer) — CPU constraints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Simplified AR(1) price model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CALCE cross-chemistry evaluation incomplete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Evaluate on larger public datasets (10+ batteries)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Cross-chemistry validation (LFP, NMC)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GPU-based deep learning benchmarks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Real price data instead of AR(1) simulation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2E8F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Questions?  Feedback?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Paper:  Extension_Paper.docx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0A5FA"/>
                </a:solidFill>
                <a:latin typeface="Calibri"/>
              </a:defRPr>
            </a:pPr>
            <a:r>
              <a:t>Code:  github.com/teamdynamic/battery-reliability-extension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B48"/>
                </a:solidFill>
                <a:latin typeface="Calibri"/>
              </a:defRPr>
            </a:pPr>
            <a:r>
              <a:t>Team Dynamic  •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